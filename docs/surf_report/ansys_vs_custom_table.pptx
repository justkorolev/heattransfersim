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95C"/>
                </a:solidFill>
                <a:latin typeface="Calibri"/>
              </a:rPr>
              <a:t>Why not just use ANSYS?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434840"/>
                <a:gridCol w="45994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28016" marR="128016" marT="54864" marB="54864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ANSYS</a:t>
                      </a:r>
                    </a:p>
                  </a:txBody>
                  <a:tcPr anchor="ctr" marL="128016" marR="128016" marT="54864" marB="54864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This project's simulator</a:t>
                      </a:r>
                    </a:p>
                  </a:txBody>
                  <a:tcPr anchor="ctr" marL="128016" marR="128016" marT="54864" marB="54864">
                    <a:solidFill>
                      <a:srgbClr val="21295C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Physics credibility</a:t>
                      </a:r>
                    </a:p>
                  </a:txBody>
                  <a:tcPr anchor="ctr" marL="128016" marR="128016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Industry-validated solver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Validated by hand: 9 analytical benchmarks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Meshing CAD solids</a:t>
                      </a:r>
                    </a:p>
                  </a:txBody>
                  <a:tcPr anchor="ctr" marL="128016" marR="128016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Proper tet mesh from B-rep; no hollow shells</a:t>
                      </a:r>
                    </a:p>
                  </a:txBody>
                  <a:tcPr anchor="ctr" marL="128016" marR="128016" marT="54864" marB="54864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Needed a STEP rebuild to fill hollow shells</a:t>
                      </a:r>
                    </a:p>
                  </a:txBody>
                  <a:tcPr anchor="ctr" marL="128016" marR="128016" marT="54864" marB="54864">
                    <a:solidFill>
                      <a:srgbClr val="F7F9FB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Access to the model</a:t>
                      </a:r>
                    </a:p>
                  </a:txBody>
                  <a:tcPr anchor="ctr" marL="128016" marR="128016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System matrices stay locked in the solver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Direct C, L, G_rad for reduction and LQR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Closed-loop control</a:t>
                      </a:r>
                    </a:p>
                  </a:txBody>
                  <a:tcPr anchor="ctr" marL="128016" marR="128016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Needs co-simulation; slow and awkward to script</a:t>
                      </a:r>
                    </a:p>
                  </a:txBody>
                  <a:tcPr anchor="ctr" marL="128016" marR="128016" marT="54864" marB="54864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Controller steps inside the loop natively</a:t>
                      </a:r>
                    </a:p>
                  </a:txBody>
                  <a:tcPr anchor="ctr" marL="128016" marR="128016" marT="54864" marB="54864">
                    <a:solidFill>
                      <a:srgbClr val="F7F9FB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Iteration cost</a:t>
                      </a:r>
                    </a:p>
                  </a:txBody>
                  <a:tcPr anchor="ctr" marL="128016" marR="128016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License-gated, GUI-driven, slow per run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Free, scriptable, hundreds of runs overnight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Path to hardware</a:t>
                      </a:r>
                    </a:p>
                  </a:txBody>
                  <a:tcPr anchor="ctr" marL="128016" marR="128016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Nothing exports to a microcontroller</a:t>
                      </a:r>
                    </a:p>
                  </a:txBody>
                  <a:tcPr anchor="ctr" marL="128016" marR="128016" marT="54864" marB="54864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3038"/>
                          </a:solidFill>
                          <a:latin typeface="Calibri"/>
                        </a:rPr>
                        <a:t>Reduces to 30–50 states for the Nucleo-H563</a:t>
                      </a:r>
                    </a:p>
                  </a:txBody>
                  <a:tcPr anchor="ctr" marL="128016" marR="128016" marT="54864" marB="54864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F6670"/>
                </a:solidFill>
                <a:latin typeface="Calibri"/>
              </a:rPr>
              <a:t>ANSYS would simulate the heat transfer better — but it will not hand over the matrices, close the loop around a controller, or shrink to something a microcontroller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